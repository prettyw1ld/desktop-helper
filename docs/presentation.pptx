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31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Иллюстрация и стиль обложки взяты из предоставленного PDF-шаблона.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Набор Animated Pixel Cats 64x64, Last tick: https://last-tick.itch.io/animated-pixel-cats-64x64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Набор Last tick: https://last-tick.itch.io/animated-pixel-cats-64x64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сформулирована по задаче проекта. Иллюстрация: https://last-tick.itch.io/animated-pixel-cats-64x64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Базовый режим без ИИ и ключей следует запросу пользователя и описанию проекта. Функции зависят от конкретной сборки Desktop-Helper.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Справка об Office Assistant/Clippit: https://learn.microsoft.com/en-us/answers/questions/4780397/2-0-microsoft-office-assistant-agent-or-later. Иллюстрация: https://www.pngaaa.com/detail/393518. Коты: https://last-tick.itch.io/animated-pixel-cats-64x64. Визуальное сходство не означает связь или одобрение со стороны Microsoft.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Историческая справка Clippit: Microsoft Q&amp;A https://learn.microsoft.com/en-us/answers/questions/4780397/2-0-microsoft-office-assistant-agent-or-later. Таблица описывает концепцию Пушика, а не независимый аудит всех версий.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Сверено с README.md и package.json Desktop-Helper: Electron 33.2.1, JavaScript, HTML/CSS, Windows UI Automation, macOS Accessibility, Vosk WebAssembly, опциональные Whisper/Groq. Секреты конфигурации не включены.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Имена оставлены пустыми для заполнения. Перспективы — предложения, не заявлены как уже выполненные функции.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Анимационный набор котов: https://last-tick.itch.io/animated-pixel-cats-64x64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1417320"/>
            <a:ext cx="5669280" cy="5074920"/>
          </a:xfrm>
          <a:prstGeom prst="rect">
            <a:avLst/>
          </a:prstGeom>
          <a:solidFill>
            <a:srgbClr val="F3F9FE"/>
          </a:solidFill>
          <a:ln w="12700">
            <a:solidFill>
              <a:srgbClr val="F3F9F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77240" y="1673352"/>
            <a:ext cx="2240280" cy="347472"/>
          </a:xfrm>
          <a:prstGeom prst="roundRect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5256" y="17190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· ПРОДУКТ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8952" y="23317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786384" y="33101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Кот-помощник для тех,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только знакомится с компьютером</a:t>
            </a:r>
            <a:endParaRPr lang="en-US" sz="2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22B91D-0736-B0B2-38A0-D79D34F4B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1" y="1665514"/>
            <a:ext cx="3526971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чём проект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затруднения новичка — к понятной самостоятельности.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8096" y="1709928"/>
            <a:ext cx="6400800" cy="0"/>
          </a:xfrm>
          <a:prstGeom prst="line">
            <a:avLst/>
          </a:prstGeom>
          <a:solidFill>
            <a:srgbClr val="C7DEEF"/>
          </a:solidFill>
          <a:ln w="12700">
            <a:solidFill>
              <a:srgbClr val="C7D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6035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интерфейс не объясняет себя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" y="2505456"/>
            <a:ext cx="6400800" cy="0"/>
          </a:xfrm>
          <a:prstGeom prst="line">
            <a:avLst/>
          </a:prstGeom>
          <a:solidFill>
            <a:srgbClr val="C7DEEF"/>
          </a:solidFill>
          <a:ln w="12700">
            <a:solidFill>
              <a:srgbClr val="C7DEE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243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624328"/>
            <a:ext cx="6035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пошаговый помощник рядом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" y="3300984"/>
            <a:ext cx="6400800" cy="0"/>
          </a:xfrm>
          <a:prstGeom prst="line">
            <a:avLst/>
          </a:prstGeom>
          <a:solidFill>
            <a:srgbClr val="C7DEEF"/>
          </a:solidFill>
          <a:ln w="12700">
            <a:solidFill>
              <a:srgbClr val="C7DE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198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419856"/>
            <a:ext cx="6035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Вдохновение: Microsoft Clippit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8096" y="4096512"/>
            <a:ext cx="6400800" cy="0"/>
          </a:xfrm>
          <a:prstGeom prst="line">
            <a:avLst/>
          </a:prstGeom>
          <a:solidFill>
            <a:srgbClr val="C7DEEF"/>
          </a:solidFill>
          <a:ln w="12700">
            <a:solidFill>
              <a:srgbClr val="C7DEE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153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215384"/>
            <a:ext cx="6035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Технологии, команда и перспективы</a:t>
            </a:r>
            <a:endParaRPr lang="en-US" sz="1800" dirty="0"/>
          </a:p>
        </p:txBody>
      </p:sp>
      <p:pic>
        <p:nvPicPr>
          <p:cNvPr id="16" name="Image 0" descr="Пиксельные коты Last ti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2867" y="1847741"/>
            <a:ext cx="5793378" cy="289668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6E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600200"/>
            <a:ext cx="1097280" cy="41148"/>
          </a:xfrm>
          <a:prstGeom prst="rect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810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РЕШЕНИЕ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2331720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рядом,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компьютер пока непонятен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переводит сложные интерфейсы на язык простых действий.</a:t>
            </a:r>
            <a:endParaRPr lang="en-US" sz="1700" dirty="0"/>
          </a:p>
        </p:txBody>
      </p:sp>
      <p:pic>
        <p:nvPicPr>
          <p:cNvPr id="6" name="Image 0" descr="Пиксельные коты Last ti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4896" y="2766060"/>
            <a:ext cx="4712427" cy="1325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каждый шаг вызывает вопрос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новичка даже простое действие может состоять из незнакомых шагов.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41248" y="1920240"/>
            <a:ext cx="237744" cy="237744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18288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Незнакомые окна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61872" y="21945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Трудно понять, где искать нужную настройку.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237744" cy="237744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27614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Инструкции отдельно от экрана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61872" y="31272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переключаться между описанием и программой.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785616"/>
            <a:ext cx="237744" cy="237744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6941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Неясный результат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405993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не знает, получилось ли выполнить действие.</a:t>
            </a:r>
            <a:endParaRPr lang="en-US" sz="1300" dirty="0"/>
          </a:p>
        </p:txBody>
      </p:sp>
      <p:pic>
        <p:nvPicPr>
          <p:cNvPr id="13" name="Image 0" descr="Пиксельные коты Last ti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13956" y="2221992"/>
            <a:ext cx="4939394" cy="1508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помогает пройти путь самому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Настольный помощник ведёт короткими уроками и остаётся рядом.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3101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DE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130552"/>
            <a:ext cx="484632" cy="484632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696" y="27889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урок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96696" y="325526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Например, увеличить громкость или уменьшить окно.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3101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DE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45736" y="2103120"/>
            <a:ext cx="484632" cy="484632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45736" y="27889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Выполнить шаг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45736" y="325526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 подсказывает, где искать нужный элемент.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75320" y="1874520"/>
            <a:ext cx="33101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DE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94776" y="2103120"/>
            <a:ext cx="484632" cy="484632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94776" y="27889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Увидеть результат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94776" y="325526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Помощник проверяет экран и предлагает продолжить или повторить.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9692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уроки доступны без ИИ-ключа и постоянного подключения к интернету.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Голосовой ввод — локально; ИИ может быть дополнительной функцией.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E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7">
            <a:extLst>
              <a:ext uri="{FF2B5EF4-FFF2-40B4-BE49-F238E27FC236}">
                <a16:creationId xmlns:a16="http://schemas.microsoft.com/office/drawing/2014/main" id="{3F72DFB4-9098-20A8-7870-B540C0BEA1E6}"/>
              </a:ext>
            </a:extLst>
          </p:cNvPr>
          <p:cNvSpPr/>
          <p:nvPr/>
        </p:nvSpPr>
        <p:spPr>
          <a:xfrm>
            <a:off x="945698" y="2162556"/>
            <a:ext cx="3527951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DEEF"/>
            </a:solidFill>
            <a:prstDash val="solid"/>
          </a:ln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DF37ED3-B0D1-1563-7DE5-2BDB532214F0}"/>
              </a:ext>
            </a:extLst>
          </p:cNvPr>
          <p:cNvSpPr/>
          <p:nvPr/>
        </p:nvSpPr>
        <p:spPr>
          <a:xfrm>
            <a:off x="7197144" y="2125980"/>
            <a:ext cx="3527951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7DEE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777240" y="50292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Вдохновение — Microsoft Clippit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04672" y="113385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Знакомый формат помощника с характером — и другой подход к моменту помощи.</a:t>
            </a:r>
            <a:endParaRPr lang="en-US" sz="1500" dirty="0"/>
          </a:p>
        </p:txBody>
      </p:sp>
      <p:pic>
        <p:nvPicPr>
          <p:cNvPr id="4" name="Image 0" descr="Иллюстрация Microsoft Clippi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2198" y="2025233"/>
            <a:ext cx="3840480" cy="2423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25312" y="1874520"/>
            <a:ext cx="0" cy="2743200"/>
          </a:xfrm>
          <a:prstGeom prst="line">
            <a:avLst/>
          </a:prstGeom>
          <a:solidFill>
            <a:srgbClr val="9CBAD1"/>
          </a:solidFill>
          <a:ln w="12700">
            <a:solidFill>
              <a:srgbClr val="9CBAD1">
                <a:alpha val="0"/>
              </a:srgbClr>
            </a:solidFill>
            <a:prstDash val="solid"/>
          </a:ln>
        </p:spPr>
      </p:sp>
      <p:pic>
        <p:nvPicPr>
          <p:cNvPr id="6" name="Image 1" descr="Пиксельные коты Last ti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18020" y="2446020"/>
            <a:ext cx="3886200" cy="1417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8364" y="460237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Clippit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795528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822960" y="52760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вдохновились идеей дружелюбного экранного помощника. Пушик делает акцент на коротких уроках, контексте и контроле пользователя.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Знакомый образ — другой опыт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Сопоставляем идею помощника с тем, как Пушик задуман для новичков.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56132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Clippit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Пушик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Образ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Персонаж-помощник Office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Пиксельный кот-проводник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Сценарий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Советы внутри Office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Уроки по действиям на компьютере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Ритм помощи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Подсказка могла отвлекать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Короткий шаг и понятный выбор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Подсказать функцию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55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Научить справляться самому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486400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 помощник должен быть полезным, понятным и не забирать контроль.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E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разработки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" y="11430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Настольное приложение с офлайн-основой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" y="2011680"/>
            <a:ext cx="3063240" cy="0"/>
          </a:xfrm>
          <a:prstGeom prst="lin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4028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6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743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33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53712" y="2011680"/>
            <a:ext cx="3063240" cy="0"/>
          </a:xfrm>
          <a:prstGeom prst="lin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224028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6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53712" y="2743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UI Automation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Accessibility API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02752" y="2011680"/>
            <a:ext cx="3063240" cy="0"/>
          </a:xfrm>
          <a:prstGeom prst="lin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24028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6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Речь и ИИ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02752" y="2743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Vosk WebAssembly — офлайн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/ Whisper — опционально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базовой помощи пользователь не должен искать и устанавливать API-ключ.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3766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Опциональные ИИ-сервисы настраивает команда.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502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и перспективы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22960" y="12618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673271"/>
              </p:ext>
            </p:extLst>
          </p:nvPr>
        </p:nvGraphicFramePr>
        <p:xfrm>
          <a:off x="777240" y="1737360"/>
          <a:ext cx="4800600" cy="3200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Участник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Роль / вклад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rgbClr val="4F6A8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Дамир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F6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Lead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rgbClr val="4F6A8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Гоша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F6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UI/UX Designer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rgbClr val="4F6A8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Саша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rgbClr val="4F6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Тестировщик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rgbClr val="4F6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Егор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latin typeface="Arial" charset="0"/>
                          <a:ea typeface="Arial" charset="0"/>
                          <a:cs typeface="Arial" charset="0"/>
                        </a:rPr>
                        <a:t>Документация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80760" y="12618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можно развивать дальше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26480" y="1901952"/>
            <a:ext cx="201168" cy="201168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73952" y="18288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уроки по частым задачам Windows и macOS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2633472"/>
            <a:ext cx="201168" cy="201168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25603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Повысить точность распознавания элементов на экране</a:t>
            </a:r>
            <a:endParaRPr lang="en-US" sz="1400" dirty="0"/>
          </a:p>
        </p:txBody>
      </p:sp>
      <p:sp>
        <p:nvSpPr>
          <p:cNvPr id="4" name="Shape 7"/>
          <p:cNvSpPr/>
          <p:nvPr/>
        </p:nvSpPr>
        <p:spPr>
          <a:xfrm>
            <a:off x="6126480" y="3364992"/>
            <a:ext cx="201168" cy="201168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32918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Настроить темп, размер текста и голос подсказок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4096512"/>
            <a:ext cx="201168" cy="201168"/>
          </a:xfrm>
          <a:prstGeom prst="ellipse">
            <a:avLst/>
          </a:prstGeom>
          <a:solidFill>
            <a:srgbClr val="8CC4EC"/>
          </a:solidFill>
          <a:ln w="12700">
            <a:solidFill>
              <a:srgbClr val="8CC4EC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73952" y="40233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удобство на новичках по их обратной связи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1F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</a:t>
            </a:r>
            <a:endParaRPr lang="en-US" sz="4700" dirty="0"/>
          </a:p>
        </p:txBody>
      </p:sp>
      <p:sp>
        <p:nvSpPr>
          <p:cNvPr id="3" name="Text 1"/>
          <p:cNvSpPr/>
          <p:nvPr/>
        </p:nvSpPr>
        <p:spPr>
          <a:xfrm>
            <a:off x="850392" y="2788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749808" y="6473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Пушик · цифровой помощник новичка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270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4F6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DF4471-F07A-E9A4-3F74-0D7D7D0F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309" y="2788920"/>
            <a:ext cx="3526971" cy="35269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699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Пушик — кот-помощник новичка</dc:title>
  <dc:subject>Пушик — кот-помощник новичка</dc:subject>
  <dc:creator>Damir Khodzhiev</dc:creator>
  <cp:lastModifiedBy>Damir Hodjiev</cp:lastModifiedBy>
  <cp:revision>3</cp:revision>
  <dcterms:created xsi:type="dcterms:W3CDTF">2026-10-25T13:42:21Z</dcterms:created>
  <dcterms:modified xsi:type="dcterms:W3CDTF">2026-10-25T14:22:20Z</dcterms:modified>
</cp:coreProperties>
</file>